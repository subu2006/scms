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60" r:id="rId2"/>
    <p:sldId id="265" r:id="rId3"/>
    <p:sldId id="307" r:id="rId4"/>
    <p:sldId id="308" r:id="rId5"/>
    <p:sldId id="309" r:id="rId6"/>
    <p:sldId id="311" r:id="rId7"/>
    <p:sldId id="312" r:id="rId8"/>
    <p:sldId id="313" r:id="rId9"/>
    <p:sldId id="310" r:id="rId10"/>
    <p:sldId id="314" r:id="rId11"/>
    <p:sldId id="315" r:id="rId12"/>
    <p:sldId id="305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0E3854-A86B-4665-8474-2E5045E432AE}" v="8" dt="2026-03-19T06:14:26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rat Panigrahi" userId="40fff78cea3dec12" providerId="LiveId" clId="{250E4D8A-774F-445C-85E4-809DEC6653DC}"/>
    <pc:docChg chg="undo redo custSel modSld">
      <pc:chgData name="Subrat Panigrahi" userId="40fff78cea3dec12" providerId="LiveId" clId="{250E4D8A-774F-445C-85E4-809DEC6653DC}" dt="2026-03-19T06:14:47.644" v="78" actId="20577"/>
      <pc:docMkLst>
        <pc:docMk/>
      </pc:docMkLst>
      <pc:sldChg chg="modSp mod">
        <pc:chgData name="Subrat Panigrahi" userId="40fff78cea3dec12" providerId="LiveId" clId="{250E4D8A-774F-445C-85E4-809DEC6653DC}" dt="2026-03-19T06:09:38.593" v="69" actId="20577"/>
        <pc:sldMkLst>
          <pc:docMk/>
          <pc:sldMk cId="470164728" sldId="307"/>
        </pc:sldMkLst>
        <pc:spChg chg="mod">
          <ac:chgData name="Subrat Panigrahi" userId="40fff78cea3dec12" providerId="LiveId" clId="{250E4D8A-774F-445C-85E4-809DEC6653DC}" dt="2026-03-19T06:09:38.593" v="69" actId="20577"/>
          <ac:spMkLst>
            <pc:docMk/>
            <pc:sldMk cId="470164728" sldId="307"/>
            <ac:spMk id="3" creationId="{606DCB4C-0DC3-9A92-3FBE-A0C05BB1E4E1}"/>
          </ac:spMkLst>
        </pc:spChg>
      </pc:sldChg>
      <pc:sldChg chg="addSp delSp modSp mod">
        <pc:chgData name="Subrat Panigrahi" userId="40fff78cea3dec12" providerId="LiveId" clId="{250E4D8A-774F-445C-85E4-809DEC6653DC}" dt="2026-03-19T06:14:47.644" v="78" actId="20577"/>
        <pc:sldMkLst>
          <pc:docMk/>
          <pc:sldMk cId="2257633180" sldId="308"/>
        </pc:sldMkLst>
        <pc:spChg chg="mod">
          <ac:chgData name="Subrat Panigrahi" userId="40fff78cea3dec12" providerId="LiveId" clId="{250E4D8A-774F-445C-85E4-809DEC6653DC}" dt="2026-03-19T06:14:47.644" v="78" actId="20577"/>
          <ac:spMkLst>
            <pc:docMk/>
            <pc:sldMk cId="2257633180" sldId="308"/>
            <ac:spMk id="4" creationId="{9DC31D4D-4ACE-AEC0-9753-4A09D3EBB83B}"/>
          </ac:spMkLst>
        </pc:spChg>
        <pc:spChg chg="add">
          <ac:chgData name="Subrat Panigrahi" userId="40fff78cea3dec12" providerId="LiveId" clId="{250E4D8A-774F-445C-85E4-809DEC6653DC}" dt="2026-03-19T06:14:09.805" v="71"/>
          <ac:spMkLst>
            <pc:docMk/>
            <pc:sldMk cId="2257633180" sldId="308"/>
            <ac:spMk id="5" creationId="{7C4796B2-B16A-352B-FF4C-B0DA8BBB8BCD}"/>
          </ac:spMkLst>
        </pc:spChg>
        <pc:spChg chg="add del mod">
          <ac:chgData name="Subrat Panigrahi" userId="40fff78cea3dec12" providerId="LiveId" clId="{250E4D8A-774F-445C-85E4-809DEC6653DC}" dt="2026-03-19T06:14:24.953" v="75"/>
          <ac:spMkLst>
            <pc:docMk/>
            <pc:sldMk cId="2257633180" sldId="308"/>
            <ac:spMk id="6" creationId="{4F70142B-1B37-9985-D1E0-F8017BB043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3/19/2026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3/19/2026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ADFAE-A28C-4CBB-AF1F-72965DEFCF4D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20CC-AFB4-4774-9973-5F4FD63F67E4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19C8-3668-43E4-8F10-417AF16F4AE8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ADB7-B31A-4E12-961E-2F9942586B77}" type="datetime1">
              <a:rPr lang="en-US" smtClean="0"/>
              <a:t>3/19/2026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BA1D-0AE4-4072-9344-6B3446182A65}" type="datetime1">
              <a:rPr lang="en-US" smtClean="0"/>
              <a:t>3/19/2026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E49F-CE01-457A-AC92-DAF7CD063C1B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71DA-9E8F-4F79-9D0F-E0E20202C29F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594BC-7097-4719-8543-0310B38B85B6}" type="datetime1">
              <a:rPr lang="en-US" smtClean="0"/>
              <a:t>3/19/2026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8FFB-A4C3-48E3-A9D4-C76F9599A2BB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218C-18F7-452D-9893-EB9AAEF0E253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C52DEA1-2459-4E90-BE7C-F5A98918EE48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54341" y="1450623"/>
            <a:ext cx="10997968" cy="23165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CSE-TWINNING</a:t>
            </a:r>
          </a:p>
          <a:p>
            <a:pPr marL="0" lv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(Submitted To: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Ayushi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73173"/>
              </p:ext>
            </p:extLst>
          </p:nvPr>
        </p:nvGraphicFramePr>
        <p:xfrm>
          <a:off x="654340" y="3718794"/>
          <a:ext cx="10997968" cy="2945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064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2325624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4216835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  <a:gridCol w="2045445">
                  <a:extLst>
                    <a:ext uri="{9D8B030D-6E8A-4147-A177-3AD203B41FA5}">
                      <a16:colId xmlns:a16="http://schemas.microsoft.com/office/drawing/2014/main" val="2731764778"/>
                    </a:ext>
                  </a:extLst>
                </a:gridCol>
              </a:tblGrid>
              <a:tr h="5617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&amp; Section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8716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Subrat Panigrahi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(Team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Lead)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2401331930039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CSE-TWINNING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8716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Sumit Kumar Singh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2401331930040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CSE-TWINNING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622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bhinandan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Kumar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2401331930002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CSE-TWINNING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508" y="503355"/>
            <a:ext cx="2209800" cy="947268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8F63B3E0-1E82-CC12-6552-2845B6051407}"/>
              </a:ext>
            </a:extLst>
          </p:cNvPr>
          <p:cNvSpPr txBox="1">
            <a:spLocks/>
          </p:cNvSpPr>
          <p:nvPr/>
        </p:nvSpPr>
        <p:spPr>
          <a:xfrm>
            <a:off x="654340" y="489920"/>
            <a:ext cx="9413892" cy="845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COLLEGE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/>
              <a:t>BCSE0455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87" y="474677"/>
            <a:ext cx="11013340" cy="83820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5" y="1312877"/>
            <a:ext cx="11013339" cy="5364759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Survey/Existing System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Flowcharts and Use Case/ER Diagrams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/Software Requirement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 of Project with screenshots in ppt+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1312877"/>
            <a:ext cx="5550716" cy="536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DCB4C-0DC3-9A92-3FBE-A0C05BB1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79" y="1278194"/>
            <a:ext cx="11013339" cy="5423198"/>
          </a:xfrm>
        </p:spPr>
        <p:txBody>
          <a:bodyPr>
            <a:noAutofit/>
          </a:bodyPr>
          <a:lstStyle/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SCMS is a web-based centralized system for managing college operations. 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Bootstrap, JS, PHP, MySQL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Goals: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academic + administrative tasks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errors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data access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analytics-based decisions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Outcomes: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Normalization (3NF)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E34069-02D9-7D8A-93EB-FAE077A26530}"/>
              </a:ext>
            </a:extLst>
          </p:cNvPr>
          <p:cNvSpPr txBox="1">
            <a:spLocks/>
          </p:cNvSpPr>
          <p:nvPr/>
        </p:nvSpPr>
        <p:spPr>
          <a:xfrm>
            <a:off x="587742" y="314422"/>
            <a:ext cx="11013340" cy="963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7016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C949-73C1-C647-75CB-DB6C98C6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7" y="1312876"/>
            <a:ext cx="3663376" cy="5364762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Expense Tracking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recorded in registers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stored in paper files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records maintained manually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loss risk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analytics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82838B-0981-A7D4-FCCC-70083642D082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Survey/Existing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8A120B-89E0-A11A-ACF3-D07AF382059D}"/>
              </a:ext>
            </a:extLst>
          </p:cNvPr>
          <p:cNvSpPr txBox="1">
            <a:spLocks/>
          </p:cNvSpPr>
          <p:nvPr/>
        </p:nvSpPr>
        <p:spPr>
          <a:xfrm>
            <a:off x="7981751" y="1312876"/>
            <a:ext cx="3663376" cy="5364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&amp; Web Applications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Smart College Management System apps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storage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C31D4D-4ACE-AEC0-9753-4A09D3EBB83B}"/>
              </a:ext>
            </a:extLst>
          </p:cNvPr>
          <p:cNvSpPr txBox="1">
            <a:spLocks/>
          </p:cNvSpPr>
          <p:nvPr/>
        </p:nvSpPr>
        <p:spPr>
          <a:xfrm>
            <a:off x="4295163" y="1312875"/>
            <a:ext cx="3663376" cy="5364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Spreadsheet-Based Systems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Excel-based records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formula calculations</a:t>
            </a:r>
          </a:p>
          <a:p>
            <a:pPr>
              <a:lnSpc>
                <a:spcPct val="100000"/>
              </a:lnSpc>
            </a:pPr>
            <a:endParaRPr lang="en-I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knowledge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accidental data deletion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security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role-based access</a:t>
            </a:r>
          </a:p>
          <a:p>
            <a:pPr lvl="1">
              <a:lnSpc>
                <a:spcPct val="10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63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BD46-80F8-D341-76A2-8AC9DC178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8" y="1312877"/>
            <a:ext cx="3592072" cy="5356371"/>
          </a:xfrm>
        </p:spPr>
        <p:txBody>
          <a:bodyPr>
            <a:noAutofit/>
          </a:bodyPr>
          <a:lstStyle/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Problems: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academic system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calculation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student performance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data access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transparency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72D86D-112A-977C-E921-B37C467ACAA1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917298-E2D4-4F6B-8847-3FD771115571}"/>
              </a:ext>
            </a:extLst>
          </p:cNvPr>
          <p:cNvSpPr txBox="1">
            <a:spLocks/>
          </p:cNvSpPr>
          <p:nvPr/>
        </p:nvSpPr>
        <p:spPr>
          <a:xfrm>
            <a:off x="8053055" y="1312877"/>
            <a:ext cx="3592072" cy="5356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Problem Statement: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manual methods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automation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technical infrastructure and Data scattered across departments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system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F33765-452C-FF5D-96AC-7D93AC77D686}"/>
              </a:ext>
            </a:extLst>
          </p:cNvPr>
          <p:cNvSpPr txBox="1">
            <a:spLocks/>
          </p:cNvSpPr>
          <p:nvPr/>
        </p:nvSpPr>
        <p:spPr>
          <a:xfrm>
            <a:off x="4342421" y="1325461"/>
            <a:ext cx="3592072" cy="5343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(Problem Scenario):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college maintains attendance in registers and marks in separate sheets. When semester results are needed: Teachers calculate totals manually.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 percentage takes time. Errors occur frequently Students cannot view records instantly.</a:t>
            </a:r>
          </a:p>
        </p:txBody>
      </p:sp>
    </p:spTree>
    <p:extLst>
      <p:ext uri="{BB962C8B-B14F-4D97-AF65-F5344CB8AC3E}">
        <p14:creationId xmlns:p14="http://schemas.microsoft.com/office/powerpoint/2010/main" val="30027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32E8390-292E-DFEC-143D-F389D38917DB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Flowcharts and Use Case/ER Diagrams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AD9A06-B1C7-4341-8662-D0E9021B0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21" y="1312877"/>
            <a:ext cx="6202837" cy="53588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989B3C-0AE5-401C-8AC1-31909B0CA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559" y="1312876"/>
            <a:ext cx="4798726" cy="53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2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56973-5F98-57F4-6A3B-5EA683509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5" y="1312877"/>
            <a:ext cx="11013339" cy="5360639"/>
          </a:xfrm>
        </p:spPr>
        <p:txBody>
          <a:bodyPr>
            <a:noAutofit/>
          </a:bodyPr>
          <a:lstStyle/>
          <a:p>
            <a:pPr marL="285750" lvl="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PHP and MySQL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XAMPP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Bootstrap for responsive UI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Windows/Linux</a:t>
            </a:r>
          </a:p>
          <a:p>
            <a:pPr marL="285750" lvl="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login system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training required</a:t>
            </a:r>
          </a:p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 tools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paid libraries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maintenance cost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6686BA-95BC-C97D-B6C9-6368072639DC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C1E0FE-F3A4-B43B-8F8D-0141679F72F1}"/>
              </a:ext>
            </a:extLst>
          </p:cNvPr>
          <p:cNvSpPr txBox="1">
            <a:spLocks/>
          </p:cNvSpPr>
          <p:nvPr/>
        </p:nvSpPr>
        <p:spPr>
          <a:xfrm>
            <a:off x="6094412" y="1312877"/>
            <a:ext cx="5550715" cy="53606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28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808C-B144-B265-87C7-7E68FC83A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30" y="1312877"/>
            <a:ext cx="10982397" cy="5375790"/>
          </a:xfrm>
        </p:spPr>
        <p:txBody>
          <a:bodyPr>
            <a:normAutofit/>
          </a:bodyPr>
          <a:lstStyle/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GHz or above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2 GB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Space: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MB free space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Bootstrap 5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PHP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lvl="1" fontAlgn="base">
              <a:lnSpc>
                <a:spcPct val="100000"/>
              </a:lnSpc>
              <a:spcAft>
                <a:spcPct val="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/ Edge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3FE5E4-8787-E518-20D8-5C15D1CA8A0B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/Software Requirement</a:t>
            </a:r>
          </a:p>
        </p:txBody>
      </p:sp>
    </p:spTree>
    <p:extLst>
      <p:ext uri="{BB962C8B-B14F-4D97-AF65-F5344CB8AC3E}">
        <p14:creationId xmlns:p14="http://schemas.microsoft.com/office/powerpoint/2010/main" val="212301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25D5-FD91-C359-8D57-7DE4616F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6" y="1312877"/>
            <a:ext cx="3442907" cy="5360639"/>
          </a:xfrm>
        </p:spPr>
        <p:txBody>
          <a:bodyPr>
            <a:noAutofit/>
          </a:bodyPr>
          <a:lstStyle/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Problem Exists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still rely on manual record keeping.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and marks are maintained separately.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database system.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automation in academic management.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 of student performance.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60989C-BE53-3426-3334-DE30B534A7CD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12338C-C6DC-11D5-C194-991C088AED99}"/>
              </a:ext>
            </a:extLst>
          </p:cNvPr>
          <p:cNvSpPr txBox="1">
            <a:spLocks/>
          </p:cNvSpPr>
          <p:nvPr/>
        </p:nvSpPr>
        <p:spPr>
          <a:xfrm>
            <a:off x="8694821" y="1312877"/>
            <a:ext cx="2950306" cy="5360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Project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storage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login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interface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15EC62-BAF1-9945-23D7-FD16EF9F8D84}"/>
              </a:ext>
            </a:extLst>
          </p:cNvPr>
          <p:cNvSpPr txBox="1">
            <a:spLocks/>
          </p:cNvSpPr>
          <p:nvPr/>
        </p:nvSpPr>
        <p:spPr>
          <a:xfrm>
            <a:off x="4074694" y="1312877"/>
            <a:ext cx="4620127" cy="53606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Methods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generate summaries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loss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Spreadsheet-Based System:</a:t>
            </a:r>
          </a:p>
          <a:p>
            <a:pPr lvl="2" fontAlgn="base"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</a:t>
            </a:r>
          </a:p>
          <a:p>
            <a:pPr lvl="2" fontAlgn="base"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security mechanism</a:t>
            </a:r>
          </a:p>
          <a:p>
            <a:pPr lvl="2" fontAlgn="base"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role-based access control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ERP Systems is Expensive to regulate and maintain.</a:t>
            </a:r>
          </a:p>
        </p:txBody>
      </p:sp>
    </p:spTree>
    <p:extLst>
      <p:ext uri="{BB962C8B-B14F-4D97-AF65-F5344CB8AC3E}">
        <p14:creationId xmlns:p14="http://schemas.microsoft.com/office/powerpoint/2010/main" val="278096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E3D4D-A59A-508E-2A68-B0581D48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87" y="1312876"/>
            <a:ext cx="11013340" cy="5344597"/>
          </a:xfrm>
        </p:spPr>
        <p:txBody>
          <a:bodyPr>
            <a:normAutofit/>
          </a:bodyPr>
          <a:lstStyle/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successfully added and managed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recorded and percentage calculated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uploaded with automatic grade calculation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Fees tracked with receipt upload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analytics displayed 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implemented and System runs efficiently without errors.</a:t>
            </a:r>
          </a:p>
          <a:p>
            <a:pPr marL="285750" indent="-285750"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College Management System Automates academic management.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secure authentication and Uses normalized database.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full-stack development.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Fulfills Web Technology syllabus requirements.</a:t>
            </a:r>
          </a:p>
          <a:p>
            <a:pPr lvl="1" fontAlgn="base">
              <a:spcAft>
                <a:spcPct val="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scalable to ERP-level systems.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CAD8C8-6B7E-88A7-BADA-A6134DAF8C6F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1307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E2E1-5088-CD4C-A1D2-438DA1E2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425" y="1312878"/>
            <a:ext cx="11013340" cy="53828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PHP Official Documentation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 Documentation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Bootstrap Official Docs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W3Schools MDN Web Docs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7449D5-376A-1F5D-7EC0-A371B1E41350}"/>
              </a:ext>
            </a:extLst>
          </p:cNvPr>
          <p:cNvSpPr txBox="1">
            <a:spLocks/>
          </p:cNvSpPr>
          <p:nvPr/>
        </p:nvSpPr>
        <p:spPr>
          <a:xfrm>
            <a:off x="631787" y="474677"/>
            <a:ext cx="1101334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1737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51" y="326472"/>
            <a:ext cx="11036202" cy="6342776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GB" sz="8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689</TotalTime>
  <Words>596</Words>
  <Application>Microsoft Office PowerPoint</Application>
  <PresentationFormat>Custom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굴림</vt:lpstr>
      <vt:lpstr>Arial</vt:lpstr>
      <vt:lpstr>Century Gothic</vt:lpstr>
      <vt:lpstr>Times New Roman</vt:lpstr>
      <vt:lpstr>Wingdings</vt:lpstr>
      <vt:lpstr>Vertical and Horizontal design template</vt:lpstr>
      <vt:lpstr>PowerPoint Presentation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Subrat Panigrahi</cp:lastModifiedBy>
  <cp:revision>22</cp:revision>
  <dcterms:created xsi:type="dcterms:W3CDTF">2017-11-16T17:39:44Z</dcterms:created>
  <dcterms:modified xsi:type="dcterms:W3CDTF">2026-03-19T06:14:58Z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